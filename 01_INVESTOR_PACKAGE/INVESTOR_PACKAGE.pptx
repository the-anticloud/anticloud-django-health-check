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DJANGO_HEALTH_CHECK (MEDICAL_HEALTH)</a:t>
            </a:r>
          </a:p>
          <a:p>
            <a:r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DJANGO_HEALTH_CHECK is an Anticloud FZ LLE integration of Health monitoring API,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MEDICAL_HEALTH.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