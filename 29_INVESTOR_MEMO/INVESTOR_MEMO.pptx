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DJANGO_HEALTH_CHECK | Category: MEDICAL_HEALTH</a:t>
            </a:r>
          </a:p>
          <a:p>
            <a:r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Health monitoring API without data egress. Cloud-hosted alternatives leak data by architecture; Anticloud FZ LLE delivers DJANGO_HEALTH_CHECK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DJANGO_HEALTH_CHECK (https://github.com/bmihelac/django-health-check,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MEDICAL_HEALTH;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