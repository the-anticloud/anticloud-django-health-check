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DJANGO_HEALTH_CHECK | Category: MEDICAL_HEALTH</a:t>
            </a:r>
          </a:p>
          <a:p>
            <a:r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DJANGO_HEALTH_CHECK (Health monitoring API),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