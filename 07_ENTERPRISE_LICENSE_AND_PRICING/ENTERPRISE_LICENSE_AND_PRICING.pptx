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Enterprise License And Pricing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DJANGO_HEALTH_CHECK | Category: MEDICAL_HEALTH</a:t>
            </a:r>
          </a:p>
          <a:p>
            <a:r>
              <a:rPr sz="1400"/>
              <a:t>Upstream: https://github.com/bmihelac/django-health-check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enterprise license and pricing for the Anticloud integration of DJANGO_HEALTH_CHECK.</a:t>
            </a:r>
          </a:p>
          <a:p>
            <a:r>
              <a:rPr sz="1400"/>
              <a:t>Health monitoring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DJANGO_HEALTH_CHECK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